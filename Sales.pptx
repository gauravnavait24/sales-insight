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ales_1741816628349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9B800AA-632C-4EDC-BB5B-E45263028CB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Sales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39AF294-5010-4C0B-AAFC-6930D37290E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1/15/2026 8:53:36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COUNTRY" id="2" name="slide2">
            <a:extLst>
              <a:ext uri="{FF2B5EF4-FFF2-40B4-BE49-F238E27FC236}">
                <a16:creationId xmlns:a16="http://schemas.microsoft.com/office/drawing/2014/main" id="{3090BA27-B72A-45E8-B480-FA352FECC8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76" y="0"/>
            <a:ext cx="11783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LSIZE REVENUE" id="3" name="slide3">
            <a:extLst>
              <a:ext uri="{FF2B5EF4-FFF2-40B4-BE49-F238E27FC236}">
                <a16:creationId xmlns:a16="http://schemas.microsoft.com/office/drawing/2014/main" id="{8EA5D404-B848-4DE6-A0BA-51CED2377E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152"/>
            <a:ext cx="12192000" cy="540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PRODUCTLINE" id="4" name="slide4">
            <a:extLst>
              <a:ext uri="{FF2B5EF4-FFF2-40B4-BE49-F238E27FC236}">
                <a16:creationId xmlns:a16="http://schemas.microsoft.com/office/drawing/2014/main" id="{4C99C0B5-B652-41AD-8238-4FCA0B3562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152"/>
            <a:ext cx="12192000" cy="540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AERAGE REVENUE" id="5" name="slide5">
            <a:extLst>
              <a:ext uri="{FF2B5EF4-FFF2-40B4-BE49-F238E27FC236}">
                <a16:creationId xmlns:a16="http://schemas.microsoft.com/office/drawing/2014/main" id="{5514D557-D70B-49AC-8E91-07E14AD9B4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6359"/>
            <a:ext cx="12192000" cy="536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SALE" id="6" name="slide6">
            <a:extLst>
              <a:ext uri="{FF2B5EF4-FFF2-40B4-BE49-F238E27FC236}">
                <a16:creationId xmlns:a16="http://schemas.microsoft.com/office/drawing/2014/main" id="{A96ED90E-5DE2-4E04-8A52-676B295DE3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644"/>
            <a:ext cx="12192000" cy="540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" id="7" name="slide7">
            <a:extLst>
              <a:ext uri="{FF2B5EF4-FFF2-40B4-BE49-F238E27FC236}">
                <a16:creationId xmlns:a16="http://schemas.microsoft.com/office/drawing/2014/main" id="{9AE74988-43CC-4B5A-9D93-BE83E96309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9582"/>
            <a:ext cx="12192000" cy="509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SALES SNAPSHOT1" id="8" name="slide8">
            <a:extLst>
              <a:ext uri="{FF2B5EF4-FFF2-40B4-BE49-F238E27FC236}">
                <a16:creationId xmlns:a16="http://schemas.microsoft.com/office/drawing/2014/main" id="{959F7A36-5A1D-4896-88F4-BCAA1BCCFC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SALES SNAPSHOT2" id="9" name="slide9">
            <a:extLst>
              <a:ext uri="{FF2B5EF4-FFF2-40B4-BE49-F238E27FC236}">
                <a16:creationId xmlns:a16="http://schemas.microsoft.com/office/drawing/2014/main" id="{87CAF763-312B-4D67-8AA7-FCD8FD2679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SALES SNAPSHOT3" id="10" name="slide10">
            <a:extLst>
              <a:ext uri="{FF2B5EF4-FFF2-40B4-BE49-F238E27FC236}">
                <a16:creationId xmlns:a16="http://schemas.microsoft.com/office/drawing/2014/main" id="{1796EFB9-C0AC-4010-9C44-C80E5AAFB5E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SALES SNAPSHOT4" id="11" name="slide11">
            <a:extLst>
              <a:ext uri="{FF2B5EF4-FFF2-40B4-BE49-F238E27FC236}">
                <a16:creationId xmlns:a16="http://schemas.microsoft.com/office/drawing/2014/main" id="{C34EB2D5-59D7-42E9-8EFB-1579243EBED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SALES SNAPSHOT5" id="12" name="slide12">
            <a:extLst>
              <a:ext uri="{FF2B5EF4-FFF2-40B4-BE49-F238E27FC236}">
                <a16:creationId xmlns:a16="http://schemas.microsoft.com/office/drawing/2014/main" id="{EFBB7F69-5AEC-47E3-A1DF-DD53127715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LOBAL SALES SNAPSHOT6" id="13" name="slide13">
            <a:extLst>
              <a:ext uri="{FF2B5EF4-FFF2-40B4-BE49-F238E27FC236}">
                <a16:creationId xmlns:a16="http://schemas.microsoft.com/office/drawing/2014/main" id="{D763B02A-7941-425E-A4D8-2D8833C336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IGHTS1" id="14" name="slide14">
            <a:extLst>
              <a:ext uri="{FF2B5EF4-FFF2-40B4-BE49-F238E27FC236}">
                <a16:creationId xmlns:a16="http://schemas.microsoft.com/office/drawing/2014/main" id="{BB9CB674-103D-47E6-BD1D-2060443F670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2026-01-15T08:53:38Z</dcterms:created>
  <dcterms:modified xsi:type="dcterms:W3CDTF">2026-01-15T08:53:38Z</dcterms:modified>
</cp:coreProperties>
</file>